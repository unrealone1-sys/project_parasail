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three questions every fisher asks before sailing. ParaSail answers all three in one place, in plain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frame the crisis: a third of stocks overfished, plastic tripling by 2040, half a billion livelihoods. Then move to what this feels like day to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one: the resource itself is moving. Warming seas shift fish to new waters, breaking the seasonal knowledge communities relied on, and every empty net is spent fuel.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two: ecological pressure. Spawning grounds and protected zones suffer - often from honest mistakes, because the rules are hard to check at sea. Protection that is hard to follow protects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three: safety. Small vessels get forecasts meant for entire districts, not their fishing grounds. This is the harm that can never be undone - frame it with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four is the root of the other three: the knowledge exists - weather apps, rulebooks, elders' wisdom - but nothing connects it. Pause on 'nothing connects them.' That is the gap ParaSail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showing the solution, land the stakes: livelihoods, food, culture, the ocean itself. Then bridge: both fishers and the ocean win when information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 pitch: a weather app for fishing. Three qualities: plain-words answers, reasons always shown, built on free public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answers are a traffic light everyone already understands. The hard rule: protected areas and closed seasons are always STOP - conservation is built in, not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concrete: a good morning off Kochi gets a green GO with three plain reasons; mid-June gets a red STOP because the sardine season is closed. That is the whole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helper: fishers ask questions in their own words and language; every answer cites its sources and runs on locally owned hardware with no per-question cloud costs. Crucially, the AI explains the advisory - it can never override it. A closed season is still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comes from transparency: the advice on the left always arrives with its homework on the right - forecasts, rules and community knowledge you can verify. Close on scalability: new sources plug in as documents, so the system grows with future data integration - no retraining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local-adaptation points: quick setup per coast, modest hardware, and traditional fishing knowledge preserved and consulted digitally.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findings in plain terms: reliable data even offline, closed seasons always respected, sensible changes with conditions, and correct explanations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beneficiaries: fishers, the ocean, communities, authorities. Sustainability means all four win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promise: fish smarter, stay safe, keep the ocean giving. Mention the next step - a real trial and a free offline phone app - then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430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26TH DIGITAL BLUE ECONOMY SUMMIT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17904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ParaSail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22960" y="2944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guide for safer fishing and healthier oceans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Advisory and Retrieval-Augmented System Advancing Informed Livelihoods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safe to sail?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4343400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43434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the fish there?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4343400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3434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allowed?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simple answer to all three questions - before you leave the harbour.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Anantha Krishnan AS  ·  Naipunnya School of Management, Cherthala, India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 is changing - fast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 populations are now overfished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FAO, 2023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1737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 more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297680" y="2834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plastic flowing into the ocean by 2040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UNEP, 2023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38160" y="1737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million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138160" y="2834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depend on small-scale fishing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FAO, 2023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480560"/>
            <a:ext cx="12188952" cy="1371600"/>
          </a:xfrm>
          <a:prstGeom prst="rect">
            <a:avLst/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805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ocean needs a break - and fishers need better information. ParaSail helps with both.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FAO State of World Fisheries 2023; UNEP Turning off the Tap 2023.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·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fish are moving away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 is warming - and fish follow the warmth to new waters.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Yesterday's spots are empty</a:t>
            </a:r>
            <a:endParaRPr lang="en-US" sz="1650" dirty="0"/>
          </a:p>
          <a:p>
            <a:pPr indent="0" marL="0">
              <a:buNone/>
            </a:pPr>
            <a:r>
              <a:rPr lang="en-US" sz="13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 that gathered off this coast for generations now gather somewhere else.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56616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old calendars no longer work</a:t>
            </a:r>
            <a:endParaRPr lang="en-US" sz="1650" dirty="0"/>
          </a:p>
          <a:p>
            <a:pPr indent="0" marL="0">
              <a:buNone/>
            </a:pPr>
            <a:r>
              <a:rPr lang="en-US" sz="13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trusted months for each fish drift out of step with the sea.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66928" y="484632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480060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search costs real money</a:t>
            </a:r>
            <a:endParaRPr lang="en-US" sz="1650" dirty="0"/>
          </a:p>
          <a:p>
            <a:pPr indent="0" marL="0">
              <a:buNone/>
            </a:pPr>
            <a:r>
              <a:rPr lang="en-US" sz="13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Boats burn fuel and days hunting fish that simply are not there.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Cheung et al., Global Change Biology, 2010 - climate-driven shifts in catch potential.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·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ocean needs a break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8308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Spawning grounds get disturbed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Fishing while fish are breeding leaves fewer fish for everyone next year.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78308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03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Protected zones are fished by mistake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063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sea, boundaries are invisible. Honest mistakes still harm the ocean - and bring fines.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78308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103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 is already strained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063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Plastic, pollution and overfishing leave less room for error.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1663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exist to protect all of this - but only if they are easy to follow.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·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Going to sea is dangerous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small boat, an open sea - and a weather forecast meant for everyone, and no one.”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292608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88036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Warnings are too general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City-wide forecasts say nothing about the wind and waves off your own fishing ground.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977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sea turns fast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Conditions can change completely between dawn and noon.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512064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50749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Families wait ashore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trip carries a worry that better information could ease.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·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is everywhere - and nowhere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04495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A9C2CB"/>
            </a:solidFill>
            <a:prstDash val="dash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029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WEATHER APP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96112" y="24505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 and waves - but nothing about fish or rules.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2514600"/>
            <a:ext cx="304495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A9C2CB"/>
            </a:solidFill>
            <a:prstDash val="dash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2715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RULEBOOK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19472" y="31363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and offices - hard to read, harder to check at sea.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0" y="1783080"/>
            <a:ext cx="304495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A9C2CB"/>
            </a:solidFill>
            <a:prstDash val="dash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42832" y="1984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ELDERS' KNOWLEDGE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42832" y="240487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and true - but living only in memory.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connects them.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fisher must be their own weather expert, lawyer and fish scientist - before sunrise.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at stake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2514600"/>
          </a:xfrm>
          <a:prstGeom prst="roundRect">
            <a:avLst>
              <a:gd name="adj" fmla="val 2545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Livelihoods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Fishing feeds and employs half a billion people worldwide.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28416" y="1783080"/>
            <a:ext cx="2651760" cy="2514600"/>
          </a:xfrm>
          <a:prstGeom prst="roundRect">
            <a:avLst>
              <a:gd name="adj" fmla="val 2545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57016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57016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fish from small boats put dinner on millions of tables.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2651760" cy="2514600"/>
          </a:xfrm>
          <a:prstGeom prst="roundRect">
            <a:avLst>
              <a:gd name="adj" fmla="val 2545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28232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Coastal communities are built around the sea and its seasons.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0848" y="1783080"/>
            <a:ext cx="2651760" cy="2514600"/>
          </a:xfrm>
          <a:prstGeom prst="roundRect">
            <a:avLst>
              <a:gd name="adj" fmla="val 2545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9448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ocean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99448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sea under this much pressure recovers slowly - if at all.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12188952" cy="1143000"/>
          </a:xfrm>
          <a:prstGeom prst="rect">
            <a:avLst/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70916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Fishers need better information - and the ocean needs fishers to have it. That is the idea behind ParaSail.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ParaSail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a weather app - but for fishing.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tell it where you fish and what you catch. Before you sail, it gives you one simple answer - safe or not, fish or not, allowed or not - together with the reasons.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4224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 in plain words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46817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numbers to decode - GO, WAIT or STOP.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397764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4224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it anything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46817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built-in AI helper answers your questions in your own words and language.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397764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4224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Free, open data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12480" y="46817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public weather and satellite information - and its own local AI, not a paid cloud service.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 is a traffic light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658368" cy="658368"/>
          </a:xfrm>
          <a:prstGeom prst="ellipse">
            <a:avLst/>
          </a:prstGeom>
          <a:solidFill>
            <a:srgbClr val="4C9A5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916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9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617720" y="1554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conditions. Safe to sail, fish are likely, everything is allowed.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532888"/>
            <a:ext cx="658368" cy="658368"/>
          </a:xfrm>
          <a:prstGeom prst="ellipse">
            <a:avLst/>
          </a:prstGeom>
          <a:solidFill>
            <a:srgbClr val="D9A6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248716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A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CAREFULLY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17720" y="24871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Fishing is possible - but keep an eye on the changing weather.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465576"/>
            <a:ext cx="658368" cy="658368"/>
          </a:xfrm>
          <a:prstGeom prst="ellipse">
            <a:avLst/>
          </a:prstGeom>
          <a:solidFill>
            <a:srgbClr val="D97E3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341985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 OR MOVE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3419856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Rough seas, or young fish nearby. Better to wait or try another spot.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398264"/>
            <a:ext cx="658368" cy="658368"/>
          </a:xfrm>
          <a:prstGeom prst="ellipse">
            <a:avLst/>
          </a:prstGeom>
          <a:solidFill>
            <a:srgbClr val="C94F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91640" y="435254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4352544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safe, or not allowed. Stay ashore today.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0" y="5440680"/>
            <a:ext cx="12188952" cy="914400"/>
          </a:xfrm>
          <a:prstGeom prst="rect">
            <a:avLst/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area or closed season? </a:t>
            </a:r>
            <a:pPr indent="0" marL="0">
              <a:buNone/>
            </a:pPr>
            <a:r>
              <a:rPr lang="en-US" sz="1550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 is always STOP - no exceptions, whatever the weather.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actually see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TOMORROW, 5 AM — OFF KOCHI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C9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Waves 0.8 m — safe for small boats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Sardines likely in this area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open — no restrictions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82512" y="169164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69164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15 — ANYWHERE ON THE COAST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02552" y="2331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702552" y="34290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Sardine season is closed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fish can spawn and multiply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Fishing opens again August 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82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on purpose - the details are one tap away for anyone who wants them.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 · THE AI HELPER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it anything - in your own words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8064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PARASAIL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2286000"/>
            <a:ext cx="3337560" cy="658368"/>
          </a:xfrm>
          <a:prstGeom prst="roundRect">
            <a:avLst>
              <a:gd name="adj" fmla="val 16667"/>
            </a:avLst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22860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“Can I take my small boat out tomorrow morning?”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127248"/>
            <a:ext cx="4480560" cy="1481328"/>
          </a:xfrm>
          <a:prstGeom prst="roundRect">
            <a:avLst>
              <a:gd name="adj" fmla="val 740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127248"/>
            <a:ext cx="41605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CAREFULLY - waves near 1 m in the morning, wind rising after noon. Best back before two.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marine forecast · rulebook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31720" y="4773168"/>
            <a:ext cx="3337560" cy="658368"/>
          </a:xfrm>
          <a:prstGeom prst="roundRect">
            <a:avLst>
              <a:gd name="adj" fmla="val 16667"/>
            </a:avLst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7731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“And in June, for sardine?”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5577840"/>
            <a:ext cx="4480560" cy="658368"/>
          </a:xfrm>
          <a:prstGeom prst="roundRect">
            <a:avLst>
              <a:gd name="adj" fmla="val 1666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55778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- the sardine season is closed so the fish can spawn.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06640" y="18288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in plain words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like you would ask a neighbour - no forms, no jargon, and it answers in your language.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37960" y="324612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32004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its sources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points to the forecast, rule or local knowledge it used - check it yourself.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537960" y="461772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45720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for everyone, always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runs on our own computer, not a paid cloud service - heavy use costs nothing extra.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580644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explains the advice - it never overrules it. Closed season? The answer is still STOP.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 ·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shows its homework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84632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37360"/>
            <a:ext cx="4846320" cy="3017520"/>
          </a:xfrm>
          <a:prstGeom prst="roundRect">
            <a:avLst>
              <a:gd name="adj" fmla="val 212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ADVICE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C9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Tomorrow, 5 AM, off Kochi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to sail · sardines likely · zone open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577840" y="3246120"/>
            <a:ext cx="777240" cy="0"/>
          </a:xfrm>
          <a:prstGeom prst="line">
            <a:avLst/>
          </a:prstGeom>
          <a:noFill/>
          <a:ln w="3302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0" y="1737360"/>
            <a:ext cx="5148072" cy="3017520"/>
          </a:xfrm>
          <a:prstGeom prst="roundRect">
            <a:avLst>
              <a:gd name="adj" fmla="val 2121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HOMEWORK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23774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Waves forecast: 0.8 m - safe for small boats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Rulebook: this zone is open all year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Sardines gather here in September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983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recommendation shows the reasons behind it - the forecasts, the rules, even local fishing knowledge. You can always check for yourself.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grow: new rules, new data, even whole new coasts are added as documents - the library simply grows.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 · LOCAL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coast. Your fish. Your rules.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ParaSail is not a one-size-fits-all app. It is set up for each coast it serves: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10149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to set up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coast, with its own fish and rules, can be ready in days - not months.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3273552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227832"/>
            <a:ext cx="10149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ordinary computers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supercomputer needed - a mid-range laptop is enough to teach it, and it switches to bigger or smaller AI models to match the machine.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66928" y="4261104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4215384"/>
            <a:ext cx="10149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a phone app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it from the website: it opens on your phone even with weak signal, and answers in your language - fish names included.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5248656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5202936"/>
            <a:ext cx="10149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local knowledge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Fishing calendars and season wisdom from the community are saved in a digital library the system consults.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worked - here is what we found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6811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5468112" cy="1965960"/>
          </a:xfrm>
          <a:prstGeom prst="roundRect">
            <a:avLst>
              <a:gd name="adj" fmla="val 3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data kept flowing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when the internet went down, the advice continued - clearly marked as slightly older information.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46811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45920"/>
            <a:ext cx="5468112" cy="1965960"/>
          </a:xfrm>
          <a:prstGeom prst="roundRect">
            <a:avLst>
              <a:gd name="adj" fmla="val 3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32320" y="19019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seasons were always respected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32320" y="24688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single test during a closed season came back STOP. No exceptions, ever.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46811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931920"/>
            <a:ext cx="5468112" cy="1965960"/>
          </a:xfrm>
          <a:prstGeom prst="roundRect">
            <a:avLst>
              <a:gd name="adj" fmla="val 3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160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25880" y="41879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Advice changed sensibly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25880" y="47548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weather turned or the fish moved, the traffic light changed exactly as it should.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6811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931920"/>
            <a:ext cx="5468112" cy="1965960"/>
          </a:xfrm>
          <a:prstGeom prst="roundRect">
            <a:avLst>
              <a:gd name="adj" fmla="val 3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4160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32320" y="41879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answer explained itself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32320" y="47548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reasons shown next to each advice were checked - and they were the right ones.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on the coast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3291840"/>
          </a:xfrm>
          <a:prstGeom prst="roundRect">
            <a:avLst>
              <a:gd name="adj" fmla="val 2414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fuel, stay safe, and avoid fines from honest mistakes.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28416" y="1783080"/>
            <a:ext cx="2651760" cy="3291840"/>
          </a:xfrm>
          <a:prstGeom prst="roundRect">
            <a:avLst>
              <a:gd name="adj" fmla="val 2414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57016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ocean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57016" y="26517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zones and spawning seasons are left in peace - automatically.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2651760" cy="3291840"/>
          </a:xfrm>
          <a:prstGeom prst="roundRect">
            <a:avLst>
              <a:gd name="adj" fmla="val 2414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Communities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28232" y="26517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Generations of fishing knowledge are saved in a lasting digital library.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0848" y="1783080"/>
            <a:ext cx="2651760" cy="3291840"/>
          </a:xfrm>
          <a:prstGeom prst="roundRect">
            <a:avLst>
              <a:gd name="adj" fmla="val 2414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9448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Authorities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99448" y="26517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Clear, fair decisions backed by evidence everyone can see.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system, four winners - that is what a sustainable blue economy looks like.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SIMPLE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 smarter. Stay safe.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ocean giving.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54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ParaSail answers three questions every fisher already asks - is it safe, are the fish there, is it allowed - and shows its reasons every single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 app is here today - installed from the website, it works offline and speaks your language. Next: a season-long trial with fishing communities, and voice guidance.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Aligned with the UN Sustainable Development Goals: 14 Life Below Water · 2 Zero Hunger · 8 Decent Work · 9 Innovation · 13 Climate Action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Anantha Krishnan AS  ·  Naipunnya School of Management, Cherthala, India  ·  26th Digital Blue Economy Summit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ParaSail - a smart guide for safer fishing and healthier oceans</dc:title>
  <dc:subject>PptxGenJS Presentation</dc:subject>
  <dc:creator>Anantha Krishnan AS</dc:creator>
  <cp:lastModifiedBy>Anantha Krishnan AS</cp:lastModifiedBy>
  <cp:revision>1</cp:revision>
  <dcterms:created xsi:type="dcterms:W3CDTF">2026-09-13T07:12:33Z</dcterms:created>
  <dcterms:modified xsi:type="dcterms:W3CDTF">2026-09-13T07:12:33Z</dcterms:modified>
</cp:coreProperties>
</file>